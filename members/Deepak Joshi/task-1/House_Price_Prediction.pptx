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D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D33"/>
                </a:solidFill>
                <a:latin typeface="Calibri"/>
              </a:rPr>
              <a:t>Price ($k) by size (sq ft)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($k)</c:v>
                </c:pt>
              </c:strCache>
            </c:strRef>
          </c:tx>
          <c:spPr>
            <a:solidFill>
              <a:srgbClr val="1C7293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500</c:v>
                </c:pt>
                <c:pt idx="1">
                  <c:v>800</c:v>
                </c:pt>
                <c:pt idx="2">
                  <c:v>1000</c:v>
                </c:pt>
                <c:pt idx="3">
                  <c:v>1200</c:v>
                </c:pt>
                <c:pt idx="4">
                  <c:v>1500</c:v>
                </c:pt>
                <c:pt idx="5">
                  <c:v>1800</c:v>
                </c:pt>
                <c:pt idx="6">
                  <c:v>2000</c:v>
                </c:pt>
                <c:pt idx="7">
                  <c:v>2200</c:v>
                </c:pt>
                <c:pt idx="8">
                  <c:v>2500</c:v>
                </c:pt>
                <c:pt idx="9">
                  <c:v>2800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15</c:v>
                </c:pt>
                <c:pt idx="1">
                  <c:v>24</c:v>
                </c:pt>
                <c:pt idx="2">
                  <c:v>30</c:v>
                </c:pt>
                <c:pt idx="3">
                  <c:v>36</c:v>
                </c:pt>
                <c:pt idx="4">
                  <c:v>45</c:v>
                </c:pt>
                <c:pt idx="5">
                  <c:v>54</c:v>
                </c:pt>
                <c:pt idx="6">
                  <c:v>60</c:v>
                </c:pt>
                <c:pt idx="7">
                  <c:v>66</c:v>
                </c:pt>
                <c:pt idx="8">
                  <c:v>75</c:v>
                </c:pt>
                <c:pt idx="9">
                  <c:v>84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House_price_prediction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size 1,630 sq ft in the notebook EDA (after the extra 3,000 sq ft house was appended, the arrays hold 11 houses).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price from size with simple linear regression in NumPy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NumPy  |  Jupyter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size vs price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28016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houses, 500 to 2,800 sq ft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$15k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$84k, a perfectly straight line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8 houses train the model, last 2 are held out for testing.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916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a line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w = covariance / variance of size. Intercept b = mean(y) - w * mean(x).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6916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w * size + b, wrapped in predict_price(size).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2505F"/>
          </a:solidFill>
          <a:ln w="12700">
            <a:solidFill>
              <a:srgbClr val="1250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$30 per sq ft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4630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2505F"/>
          </a:solidFill>
          <a:ln w="12700">
            <a:solidFill>
              <a:srgbClr val="1250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6459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9718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 price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2505F"/>
          </a:solidFill>
          <a:ln w="12700">
            <a:solidFill>
              <a:srgbClr val="1250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6459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$39k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1,300 sq ft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9718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price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14630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2505F"/>
          </a:solidFill>
          <a:ln w="12700">
            <a:solidFill>
              <a:srgbClr val="1250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6459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9718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fit on test set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error because the sample data is exactly price = 0.03 x size. Real data is noisier.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notebook teaches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463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on unseen data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470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on training data only rewards memorization, not generalization.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94360" cy="594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606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move the mean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9900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$500k house lifts the mean to 89.91k; the median stays at 54k.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840480"/>
            <a:ext cx="594360" cy="594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749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 before splitting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1330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size and price together so the test set is not just the biggest houses.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scikit-learn LinearRegression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features: bedrooms, location, age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fitted line with Matplotlib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noisier, real-world data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</dc:title>
  <dc:subject>PptxGenJS Presentation</dc:subject>
  <dc:creator>PptxGenJS</dc:creator>
  <cp:lastModifiedBy>PptxGenJS</cp:lastModifiedBy>
  <cp:revision>1</cp:revision>
  <dcterms:created xsi:type="dcterms:W3CDTF">2026-10-26T08:45:25Z</dcterms:created>
  <dcterms:modified xsi:type="dcterms:W3CDTF">2026-10-26T08:45:25Z</dcterms:modified>
</cp:coreProperties>
</file>